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8"/>
  </p:normalViewPr>
  <p:slideViewPr>
    <p:cSldViewPr snapToGrid="0">
      <p:cViewPr>
        <p:scale>
          <a:sx n="100" d="100"/>
          <a:sy n="100" d="100"/>
        </p:scale>
        <p:origin x="119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490AD-01F7-EB5D-BF7D-6FCF6BA4D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447C1-2B25-285D-9383-0D9D44022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D15F2-D5CD-566E-536D-D845831C6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03A7-05B3-084B-A90F-E04A3AF8ED2E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85474-036B-70FF-A189-BB27F9B5E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486C1-7D8C-EF3A-EE9A-EC949F91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E6FD7-D1B8-4240-91A1-791184A80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499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6AE6E-C728-E968-5C4A-087EB489E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FA77B-1EF5-D09B-C79F-9C9D3C0F5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6C6B6-8B51-B76B-C802-BF352FF15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03A7-05B3-084B-A90F-E04A3AF8ED2E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52206-0D3E-995F-9241-F75C0EC5A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BC38C-068E-9F8E-3E67-0C066408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E6FD7-D1B8-4240-91A1-791184A80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856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7D0C6-577B-6088-FC74-7FC8664E0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61BCC-09F7-03DA-C05B-7CC7BA9C0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B6D08-04CA-0950-55DE-2DCDC5E7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03A7-05B3-084B-A90F-E04A3AF8ED2E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B5B85-E91C-4BD8-F87E-AF018C9C8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25B6D-7FB7-26B9-D9F0-E79480C42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E6FD7-D1B8-4240-91A1-791184A80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43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5DF6E-2EA7-3EFE-E6D3-AE85B5ADD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31354-B59F-EBDC-AFBF-F3A833EAB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93116-3947-45B2-E572-E9A327D63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7F73C-90CF-907E-D210-DA971D34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03A7-05B3-084B-A90F-E04A3AF8ED2E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989A6-9905-6091-373B-B1002CDAB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20451-9474-6619-E547-3077E0183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E6FD7-D1B8-4240-91A1-791184A80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82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4900-E315-DFA6-C327-06FBE9E3D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4D4BB-4433-7405-A22E-BBC54624F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BA1DDB-2899-EC8B-A2AE-65BFCC8CF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4A818-6AB8-BE56-A951-C27C8028A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A6BC3-3A92-EC62-D47E-B055CB59AC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3DA7B9-AC5B-2BE6-3309-0DCD07ED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03A7-05B3-084B-A90F-E04A3AF8ED2E}" type="datetimeFigureOut">
              <a:rPr lang="en-US" smtClean="0"/>
              <a:t>9/29/25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5648F7-140D-0E23-EE3B-E3B6AFBCC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CA2E68-F7AC-0BC2-A68A-BCF90C627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E6FD7-D1B8-4240-91A1-791184A80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16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9DBBD-EFCF-D8F9-9E4D-8BE413A0E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C83618-FD56-04C5-8D50-410AA045C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03A7-05B3-084B-A90F-E04A3AF8ED2E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CA22F3-E8E9-5183-DEA3-5D833C4D9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60773-24DC-D70E-02E9-3B2CCC164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E6FD7-D1B8-4240-91A1-791184A80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03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BA281D-6114-8B1B-FFF3-EF0B907F5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03A7-05B3-084B-A90F-E04A3AF8ED2E}" type="datetimeFigureOut">
              <a:rPr lang="en-US" smtClean="0"/>
              <a:t>9/29/25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83C64D-C48F-2DA9-CC3E-15EC9BC46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AE340-C2E0-D9C1-AE63-9C1AAAD4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E6FD7-D1B8-4240-91A1-791184A80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72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E9FDA-1AA3-3084-9C20-29497D9A2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18B5E-0FA2-9816-F120-A45E4289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5E5F0D-5EAE-FBEE-E9CB-AEB41937A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77180-15CD-A8A6-F788-5A8A5B596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03A7-05B3-084B-A90F-E04A3AF8ED2E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FB60D-E921-FDCC-836D-B803CE8FE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D8DD4-A577-89C9-3BEF-57D593176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E6FD7-D1B8-4240-91A1-791184A80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11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95E72-9D67-178A-A77C-D8EB589A7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42432-49D1-10F6-2C62-580A311AE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71690-76D7-79ED-9D3F-6A6476734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68BC7-0D78-8E20-0FAF-AF61782CB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03A7-05B3-084B-A90F-E04A3AF8ED2E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536DD-308A-D772-F978-9B9FBFE5D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C9166-8D46-FC56-9DE1-B71FBC555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E6FD7-D1B8-4240-91A1-791184A80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746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4B403-6747-0D16-3670-62A8B35CB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0FB55-72EB-B7AE-77E1-5F0A18B96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A2B3A-7FF8-54E5-AA72-728B66EBE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03A7-05B3-084B-A90F-E04A3AF8ED2E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7F231-AB21-0A24-A0E5-E5112454E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1B68F-A6AD-7100-9F2D-A8166938D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E6FD7-D1B8-4240-91A1-791184A80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01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C98FF3-186D-0D88-309F-99C72FB190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53AB6-664E-837E-C99E-482952034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D5C27-C0A7-B720-F1E1-8F373485E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03A7-05B3-084B-A90F-E04A3AF8ED2E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913F9-7B5D-51C2-515D-44C4C3434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01934-F100-969C-6ACF-3D7B5D2D3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E6FD7-D1B8-4240-91A1-791184A80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C300A1-2232-4D1A-BDF8-ACD64473A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6E5D2-EB2D-358D-E4A1-C9458F775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DEDEF-71F0-2490-DC77-F9336C4C1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7703A7-05B3-084B-A90F-E04A3AF8ED2E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8A289-7C05-AF0E-3382-1FD2129E5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3CC3A-DD32-A705-7E0C-E2C1F62BC2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CE6FD7-D1B8-4240-91A1-791184A80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2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32B4C4-978F-FCEA-B6B3-A404F6EC2695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DATA</a:t>
            </a:r>
            <a:r>
              <a:rPr lang="en-GB" sz="32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</a:t>
            </a:r>
            <a:r>
              <a:rPr lang="en-GB" sz="3200" b="1" dirty="0">
                <a:solidFill>
                  <a:schemeClr val="accent2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PRODUCTS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642DEB-56C7-89A6-EBD1-22C665D4CF19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6A2750B-FF68-668C-BD81-B7CC8149290E}"/>
              </a:ext>
            </a:extLst>
          </p:cNvPr>
          <p:cNvSpPr txBox="1"/>
          <p:nvPr/>
        </p:nvSpPr>
        <p:spPr>
          <a:xfrm rot="5400000">
            <a:off x="6960933" y="3907929"/>
            <a:ext cx="2002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2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PRODUCTION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704A7A-75BD-9141-91E2-43FCBC12DAE8}"/>
              </a:ext>
            </a:extLst>
          </p:cNvPr>
          <p:cNvSpPr txBox="1"/>
          <p:nvPr/>
        </p:nvSpPr>
        <p:spPr>
          <a:xfrm rot="16200000">
            <a:off x="2659822" y="3756582"/>
            <a:ext cx="2067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GOVERNANCE</a:t>
            </a:r>
            <a:endParaRPr lang="en-GB" sz="2000" b="1" dirty="0">
              <a:solidFill>
                <a:schemeClr val="accent2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6425211-B61E-2E57-95DC-5D9C1BC1DE14}"/>
              </a:ext>
            </a:extLst>
          </p:cNvPr>
          <p:cNvGrpSpPr/>
          <p:nvPr/>
        </p:nvGrpSpPr>
        <p:grpSpPr>
          <a:xfrm>
            <a:off x="691548" y="2029883"/>
            <a:ext cx="2969226" cy="4676247"/>
            <a:chOff x="691548" y="2029883"/>
            <a:chExt cx="2969226" cy="4676247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2833819-F0E8-0FEC-7BD6-B86C528D96A3}"/>
                </a:ext>
              </a:extLst>
            </p:cNvPr>
            <p:cNvGrpSpPr/>
            <p:nvPr/>
          </p:nvGrpSpPr>
          <p:grpSpPr>
            <a:xfrm>
              <a:off x="691548" y="2029883"/>
              <a:ext cx="2969226" cy="3448316"/>
              <a:chOff x="8595757" y="1559236"/>
              <a:chExt cx="2969226" cy="3448316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2043470D-69D1-2812-21F0-511156BAB261}"/>
                  </a:ext>
                </a:extLst>
              </p:cNvPr>
              <p:cNvGrpSpPr/>
              <p:nvPr/>
            </p:nvGrpSpPr>
            <p:grpSpPr>
              <a:xfrm>
                <a:off x="8595757" y="1559236"/>
                <a:ext cx="2969226" cy="707886"/>
                <a:chOff x="2939061" y="3288708"/>
                <a:chExt cx="2969226" cy="707886"/>
              </a:xfrm>
            </p:grpSpPr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F23CB3CF-5AA6-3E8B-E87E-F0CC7D7AD3E3}"/>
                    </a:ext>
                  </a:extLst>
                </p:cNvPr>
                <p:cNvGrpSpPr/>
                <p:nvPr/>
              </p:nvGrpSpPr>
              <p:grpSpPr>
                <a:xfrm>
                  <a:off x="3841280" y="3351285"/>
                  <a:ext cx="2067007" cy="545219"/>
                  <a:chOff x="6329363" y="4076556"/>
                  <a:chExt cx="2067007" cy="545219"/>
                </a:xfrm>
              </p:grpSpPr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0CD79A4A-1922-9C4D-8937-F06C6A45AB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29363" y="4312138"/>
                    <a:ext cx="2067007" cy="3096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eaLnBrk="1" hangingPunct="1">
                      <a:lnSpc>
                        <a:spcPct val="150000"/>
                      </a:lnSpc>
                    </a:pPr>
                    <a:r>
                      <a:rPr lang="en-US" sz="1050" dirty="0">
                        <a:solidFill>
                          <a:schemeClr val="tx2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a:t>Healthy and fresh food</a:t>
                    </a:r>
                  </a:p>
                </p:txBody>
              </p:sp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6F24D78F-E6F6-11AB-D109-D1E3DF4372B5}"/>
                      </a:ext>
                    </a:extLst>
                  </p:cNvPr>
                  <p:cNvSpPr txBox="1"/>
                  <p:nvPr/>
                </p:nvSpPr>
                <p:spPr>
                  <a:xfrm>
                    <a:off x="6329363" y="4076556"/>
                    <a:ext cx="206700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tx2"/>
                        </a:solidFill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a:t>Agreements</a:t>
                    </a:r>
                  </a:p>
                </p:txBody>
              </p:sp>
            </p:grp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40AC2C7-AAF4-8717-23FF-182A0C03BAD2}"/>
                    </a:ext>
                  </a:extLst>
                </p:cNvPr>
                <p:cNvSpPr txBox="1"/>
                <p:nvPr/>
              </p:nvSpPr>
              <p:spPr>
                <a:xfrm>
                  <a:off x="2939061" y="3288708"/>
                  <a:ext cx="1018266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4000" b="1" dirty="0">
                      <a:solidFill>
                        <a:schemeClr val="tx2"/>
                      </a:solidFill>
                      <a:ea typeface="Open Sans" panose="020B0606030504020204" pitchFamily="34" charset="0"/>
                      <a:cs typeface="Open Sans" panose="020B0606030504020204" pitchFamily="34" charset="0"/>
                    </a:rPr>
                    <a:t>G1.</a:t>
                  </a:r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12EC3FAC-4D9A-D785-49DE-B6D4A40111A3}"/>
                  </a:ext>
                </a:extLst>
              </p:cNvPr>
              <p:cNvGrpSpPr/>
              <p:nvPr/>
            </p:nvGrpSpPr>
            <p:grpSpPr>
              <a:xfrm>
                <a:off x="8595757" y="2929451"/>
                <a:ext cx="2969226" cy="850170"/>
                <a:chOff x="2939061" y="3288708"/>
                <a:chExt cx="2969226" cy="850170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634295ED-9926-0955-D743-847B7310D6A4}"/>
                    </a:ext>
                  </a:extLst>
                </p:cNvPr>
                <p:cNvGrpSpPr/>
                <p:nvPr/>
              </p:nvGrpSpPr>
              <p:grpSpPr>
                <a:xfrm>
                  <a:off x="3841280" y="3351285"/>
                  <a:ext cx="2067007" cy="787593"/>
                  <a:chOff x="6329363" y="4076556"/>
                  <a:chExt cx="2067007" cy="787593"/>
                </a:xfrm>
              </p:grpSpPr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EB6038E7-3531-5AFB-DF1F-DA2F2D2957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29363" y="4312138"/>
                    <a:ext cx="2067007" cy="5520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eaLnBrk="1" hangingPunct="1">
                      <a:lnSpc>
                        <a:spcPct val="150000"/>
                      </a:lnSpc>
                    </a:pPr>
                    <a:r>
                      <a:rPr lang="en-US" sz="1050" dirty="0">
                        <a:solidFill>
                          <a:schemeClr val="tx2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a:t>Want to maintain healthy lifestyle and lose weight</a:t>
                    </a:r>
                  </a:p>
                </p:txBody>
              </p:sp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EB0187D2-9666-A6DA-B09A-8B2F82577995}"/>
                      </a:ext>
                    </a:extLst>
                  </p:cNvPr>
                  <p:cNvSpPr txBox="1"/>
                  <p:nvPr/>
                </p:nvSpPr>
                <p:spPr>
                  <a:xfrm>
                    <a:off x="6329363" y="4076556"/>
                    <a:ext cx="206700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tx2"/>
                        </a:solidFill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a:t>Policies</a:t>
                    </a:r>
                  </a:p>
                </p:txBody>
              </p:sp>
            </p:grp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1549ECE-DB07-016F-DFFD-00313D84D7EF}"/>
                    </a:ext>
                  </a:extLst>
                </p:cNvPr>
                <p:cNvSpPr txBox="1"/>
                <p:nvPr/>
              </p:nvSpPr>
              <p:spPr>
                <a:xfrm>
                  <a:off x="2939061" y="3288708"/>
                  <a:ext cx="1018266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4000" b="1" dirty="0">
                      <a:solidFill>
                        <a:schemeClr val="tx2"/>
                      </a:solidFill>
                      <a:ea typeface="Open Sans" panose="020B0606030504020204" pitchFamily="34" charset="0"/>
                      <a:cs typeface="Open Sans" panose="020B0606030504020204" pitchFamily="34" charset="0"/>
                    </a:rPr>
                    <a:t>G2.</a:t>
                  </a:r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5A8BE3DF-B51C-5E92-615C-C6E727DB4787}"/>
                  </a:ext>
                </a:extLst>
              </p:cNvPr>
              <p:cNvGrpSpPr/>
              <p:nvPr/>
            </p:nvGrpSpPr>
            <p:grpSpPr>
              <a:xfrm>
                <a:off x="8595757" y="4299666"/>
                <a:ext cx="2969226" cy="707886"/>
                <a:chOff x="2939061" y="3288708"/>
                <a:chExt cx="2969226" cy="707886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E42E5663-AEDB-D42B-3033-B73C408B6BC0}"/>
                    </a:ext>
                  </a:extLst>
                </p:cNvPr>
                <p:cNvGrpSpPr/>
                <p:nvPr/>
              </p:nvGrpSpPr>
              <p:grpSpPr>
                <a:xfrm>
                  <a:off x="3841280" y="3351285"/>
                  <a:ext cx="2067007" cy="545219"/>
                  <a:chOff x="6329363" y="4076556"/>
                  <a:chExt cx="2067007" cy="545219"/>
                </a:xfrm>
              </p:grpSpPr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E634FA2B-32B3-E858-9BDD-3681B32D66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29363" y="4312138"/>
                    <a:ext cx="2067007" cy="3096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eaLnBrk="1" hangingPunct="1">
                      <a:lnSpc>
                        <a:spcPct val="150000"/>
                      </a:lnSpc>
                    </a:pPr>
                    <a:r>
                      <a:rPr lang="en-US" sz="1050" dirty="0">
                        <a:solidFill>
                          <a:schemeClr val="tx2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a:t>Very large</a:t>
                    </a:r>
                  </a:p>
                </p:txBody>
              </p: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9A622949-ED76-2D66-27FD-82A78F663EDD}"/>
                      </a:ext>
                    </a:extLst>
                  </p:cNvPr>
                  <p:cNvSpPr txBox="1"/>
                  <p:nvPr/>
                </p:nvSpPr>
                <p:spPr>
                  <a:xfrm>
                    <a:off x="6329363" y="4076556"/>
                    <a:ext cx="206700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tx2"/>
                        </a:solidFill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a:t>Domains</a:t>
                    </a:r>
                  </a:p>
                </p:txBody>
              </p:sp>
            </p:grp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C6782947-7869-DE6D-6603-C9320C656D95}"/>
                    </a:ext>
                  </a:extLst>
                </p:cNvPr>
                <p:cNvSpPr txBox="1"/>
                <p:nvPr/>
              </p:nvSpPr>
              <p:spPr>
                <a:xfrm>
                  <a:off x="2939061" y="3288708"/>
                  <a:ext cx="1018266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4000" b="1" dirty="0">
                      <a:solidFill>
                        <a:schemeClr val="tx2"/>
                      </a:solidFill>
                      <a:ea typeface="Open Sans" panose="020B0606030504020204" pitchFamily="34" charset="0"/>
                      <a:cs typeface="Open Sans" panose="020B0606030504020204" pitchFamily="34" charset="0"/>
                    </a:rPr>
                    <a:t>G3.</a:t>
                  </a:r>
                </a:p>
              </p:txBody>
            </p:sp>
          </p:grp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26F342E-F76F-DCAD-9676-2B61AEC47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3767" y="6296403"/>
              <a:ext cx="2067007" cy="309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sz="1050" dirty="0">
                  <a:solidFill>
                    <a:schemeClr val="tx2"/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rPr>
                <a:t>Very large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BC71EAF-989D-830E-4176-2317019B5BE4}"/>
                </a:ext>
              </a:extLst>
            </p:cNvPr>
            <p:cNvSpPr txBox="1"/>
            <p:nvPr/>
          </p:nvSpPr>
          <p:spPr>
            <a:xfrm>
              <a:off x="1593767" y="6060821"/>
              <a:ext cx="20670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tx2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Lineage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79DCA72-247F-F82B-46A3-611288264E56}"/>
                </a:ext>
              </a:extLst>
            </p:cNvPr>
            <p:cNvSpPr txBox="1"/>
            <p:nvPr/>
          </p:nvSpPr>
          <p:spPr>
            <a:xfrm>
              <a:off x="691548" y="5998244"/>
              <a:ext cx="101826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tx2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G4.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892B7E3-65EA-B50E-AC9F-A1483BEB7492}"/>
              </a:ext>
            </a:extLst>
          </p:cNvPr>
          <p:cNvGrpSpPr/>
          <p:nvPr/>
        </p:nvGrpSpPr>
        <p:grpSpPr>
          <a:xfrm>
            <a:off x="8595757" y="2029883"/>
            <a:ext cx="3237655" cy="4728961"/>
            <a:chOff x="8595757" y="2029883"/>
            <a:chExt cx="3237655" cy="472896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7AB1508-AF41-37B3-BF5D-767F731207DB}"/>
                </a:ext>
              </a:extLst>
            </p:cNvPr>
            <p:cNvGrpSpPr/>
            <p:nvPr/>
          </p:nvGrpSpPr>
          <p:grpSpPr>
            <a:xfrm>
              <a:off x="8595757" y="2029883"/>
              <a:ext cx="3237655" cy="3590600"/>
              <a:chOff x="8595757" y="1559236"/>
              <a:chExt cx="3237655" cy="3590600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81745DD6-DC57-A8AA-869D-00E7DC91BFE5}"/>
                  </a:ext>
                </a:extLst>
              </p:cNvPr>
              <p:cNvGrpSpPr/>
              <p:nvPr/>
            </p:nvGrpSpPr>
            <p:grpSpPr>
              <a:xfrm>
                <a:off x="8595757" y="1559236"/>
                <a:ext cx="3237655" cy="850170"/>
                <a:chOff x="2939061" y="3288708"/>
                <a:chExt cx="3237655" cy="850170"/>
              </a:xfrm>
            </p:grpSpPr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8ACEBFC8-602A-305B-01C5-64083B513AFF}"/>
                    </a:ext>
                  </a:extLst>
                </p:cNvPr>
                <p:cNvGrpSpPr/>
                <p:nvPr/>
              </p:nvGrpSpPr>
              <p:grpSpPr>
                <a:xfrm>
                  <a:off x="3841280" y="3351285"/>
                  <a:ext cx="2335436" cy="787593"/>
                  <a:chOff x="6329363" y="4076556"/>
                  <a:chExt cx="2335436" cy="787593"/>
                </a:xfrm>
              </p:grpSpPr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7E1DF027-7E13-42CE-98BD-8D7DD39B1D9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29363" y="4312138"/>
                    <a:ext cx="2067007" cy="5520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eaLnBrk="1" hangingPunct="1">
                      <a:lnSpc>
                        <a:spcPct val="150000"/>
                      </a:lnSpc>
                    </a:pPr>
                    <a:r>
                      <a:rPr lang="en-US" sz="1050" dirty="0">
                        <a:solidFill>
                          <a:schemeClr val="tx2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a:t>Importance of healthy and fresh food</a:t>
                    </a:r>
                  </a:p>
                </p:txBody>
              </p: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65C98102-6D86-3292-E26D-28F151BA4144}"/>
                      </a:ext>
                    </a:extLst>
                  </p:cNvPr>
                  <p:cNvSpPr txBox="1"/>
                  <p:nvPr/>
                </p:nvSpPr>
                <p:spPr>
                  <a:xfrm>
                    <a:off x="6329363" y="4076556"/>
                    <a:ext cx="233543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tx2"/>
                        </a:solidFill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a:t>Models</a:t>
                    </a:r>
                  </a:p>
                </p:txBody>
              </p:sp>
            </p:grp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E09168B-74F4-8CE6-2161-4BB2C53B2DDB}"/>
                    </a:ext>
                  </a:extLst>
                </p:cNvPr>
                <p:cNvSpPr txBox="1"/>
                <p:nvPr/>
              </p:nvSpPr>
              <p:spPr>
                <a:xfrm>
                  <a:off x="2939061" y="3288708"/>
                  <a:ext cx="1018266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4000" b="1" dirty="0">
                      <a:solidFill>
                        <a:schemeClr val="tx2"/>
                      </a:solidFill>
                      <a:ea typeface="Open Sans" panose="020B0606030504020204" pitchFamily="34" charset="0"/>
                      <a:cs typeface="Open Sans" panose="020B0606030504020204" pitchFamily="34" charset="0"/>
                    </a:rPr>
                    <a:t>P5.</a:t>
                  </a: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1563DD8-6227-4A2F-09EC-EF0F39E0C76C}"/>
                  </a:ext>
                </a:extLst>
              </p:cNvPr>
              <p:cNvGrpSpPr/>
              <p:nvPr/>
            </p:nvGrpSpPr>
            <p:grpSpPr>
              <a:xfrm>
                <a:off x="8595757" y="2929451"/>
                <a:ext cx="2969226" cy="707886"/>
                <a:chOff x="2939061" y="3288708"/>
                <a:chExt cx="2969226" cy="707886"/>
              </a:xfrm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8796BB3E-AC1C-A6DF-3B85-89890FA18314}"/>
                    </a:ext>
                  </a:extLst>
                </p:cNvPr>
                <p:cNvGrpSpPr/>
                <p:nvPr/>
              </p:nvGrpSpPr>
              <p:grpSpPr>
                <a:xfrm>
                  <a:off x="3841280" y="3351285"/>
                  <a:ext cx="2067007" cy="545219"/>
                  <a:chOff x="6329363" y="4076556"/>
                  <a:chExt cx="2067007" cy="545219"/>
                </a:xfrm>
              </p:grpSpPr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6470F04E-C7F7-3064-C3BB-7DC3966CA2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29363" y="4312138"/>
                    <a:ext cx="2067007" cy="3096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eaLnBrk="1" hangingPunct="1">
                      <a:lnSpc>
                        <a:spcPct val="150000"/>
                      </a:lnSpc>
                    </a:pPr>
                    <a:r>
                      <a:rPr lang="en-US" sz="1050" dirty="0">
                        <a:solidFill>
                          <a:schemeClr val="tx2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a:t>Use ingredients from farm</a:t>
                    </a:r>
                  </a:p>
                </p:txBody>
              </p: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C78A6695-3282-0229-30AA-C6836DDF706E}"/>
                      </a:ext>
                    </a:extLst>
                  </p:cNvPr>
                  <p:cNvSpPr txBox="1"/>
                  <p:nvPr/>
                </p:nvSpPr>
                <p:spPr>
                  <a:xfrm>
                    <a:off x="6329363" y="4076556"/>
                    <a:ext cx="206700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tx2"/>
                        </a:solidFill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a:t>Tools</a:t>
                    </a:r>
                  </a:p>
                </p:txBody>
              </p:sp>
            </p:grp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8101D3B-D880-D82A-9D25-C3E052088BC3}"/>
                    </a:ext>
                  </a:extLst>
                </p:cNvPr>
                <p:cNvSpPr txBox="1"/>
                <p:nvPr/>
              </p:nvSpPr>
              <p:spPr>
                <a:xfrm>
                  <a:off x="2939061" y="3288708"/>
                  <a:ext cx="1018266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4000" b="1" dirty="0">
                      <a:solidFill>
                        <a:schemeClr val="tx2"/>
                      </a:solidFill>
                      <a:ea typeface="Open Sans" panose="020B0606030504020204" pitchFamily="34" charset="0"/>
                      <a:cs typeface="Open Sans" panose="020B0606030504020204" pitchFamily="34" charset="0"/>
                    </a:rPr>
                    <a:t>P6.</a:t>
                  </a: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34062A6-F492-7025-ADFA-ABCB13FBE15E}"/>
                  </a:ext>
                </a:extLst>
              </p:cNvPr>
              <p:cNvGrpSpPr/>
              <p:nvPr/>
            </p:nvGrpSpPr>
            <p:grpSpPr>
              <a:xfrm>
                <a:off x="8595757" y="4299666"/>
                <a:ext cx="2969226" cy="850170"/>
                <a:chOff x="2939061" y="3288708"/>
                <a:chExt cx="2969226" cy="850170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5E6C4E66-6015-E3E4-C8AA-F22DA235A4A5}"/>
                    </a:ext>
                  </a:extLst>
                </p:cNvPr>
                <p:cNvGrpSpPr/>
                <p:nvPr/>
              </p:nvGrpSpPr>
              <p:grpSpPr>
                <a:xfrm>
                  <a:off x="3841280" y="3351285"/>
                  <a:ext cx="2067007" cy="787593"/>
                  <a:chOff x="6329363" y="4076556"/>
                  <a:chExt cx="2067007" cy="787593"/>
                </a:xfrm>
              </p:grpSpPr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5EEBAE04-EB85-7167-C4A7-C11D0778C2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29363" y="4312138"/>
                    <a:ext cx="2067007" cy="55201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defTabSz="1827213" fontAlgn="base">
                      <a:spcBef>
                        <a:spcPct val="0"/>
                      </a:spcBef>
                      <a:spcAft>
                        <a:spcPct val="0"/>
                      </a:spcAft>
                      <a:defRPr sz="36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eaLnBrk="1" hangingPunct="1">
                      <a:lnSpc>
                        <a:spcPct val="150000"/>
                      </a:lnSpc>
                    </a:pPr>
                    <a:r>
                      <a:rPr lang="en-US" sz="1050" dirty="0">
                        <a:solidFill>
                          <a:schemeClr val="tx2"/>
                        </a:solidFill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a:t>Using latest ovens and healthy sauces.</a:t>
                    </a:r>
                  </a:p>
                </p:txBody>
              </p:sp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FD78225F-4A63-60E2-9D86-157B0B6C1786}"/>
                      </a:ext>
                    </a:extLst>
                  </p:cNvPr>
                  <p:cNvSpPr txBox="1"/>
                  <p:nvPr/>
                </p:nvSpPr>
                <p:spPr>
                  <a:xfrm>
                    <a:off x="6329363" y="4076556"/>
                    <a:ext cx="206700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schemeClr val="tx2"/>
                        </a:solidFill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a:t>Reference</a:t>
                    </a:r>
                  </a:p>
                </p:txBody>
              </p:sp>
            </p:grp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2904157-3760-CFFC-8254-4D142796D7D5}"/>
                    </a:ext>
                  </a:extLst>
                </p:cNvPr>
                <p:cNvSpPr txBox="1"/>
                <p:nvPr/>
              </p:nvSpPr>
              <p:spPr>
                <a:xfrm>
                  <a:off x="2939061" y="3288708"/>
                  <a:ext cx="1018266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4000" b="1" dirty="0">
                      <a:solidFill>
                        <a:schemeClr val="tx2"/>
                      </a:solidFill>
                      <a:ea typeface="Open Sans" panose="020B0606030504020204" pitchFamily="34" charset="0"/>
                      <a:cs typeface="Open Sans" panose="020B0606030504020204" pitchFamily="34" charset="0"/>
                    </a:rPr>
                    <a:t>P7.</a:t>
                  </a:r>
                </a:p>
              </p:txBody>
            </p:sp>
          </p:grpSp>
        </p:grp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ECD46C5-1FD6-162E-BFA1-E9913CFA1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7976" y="6206833"/>
              <a:ext cx="2067007" cy="5520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1827213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sz="1050" dirty="0">
                  <a:solidFill>
                    <a:schemeClr val="tx2"/>
                  </a:solidFill>
                  <a:latin typeface="+mn-lt"/>
                  <a:ea typeface="Open Sans" panose="020B0606030504020204" pitchFamily="34" charset="0"/>
                  <a:cs typeface="Open Sans" panose="020B0606030504020204" pitchFamily="34" charset="0"/>
                </a:rPr>
                <a:t>Using latest ovens and healthy sauces.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3F5ECDA-C148-1D84-3A25-24682F9B3BC4}"/>
                </a:ext>
              </a:extLst>
            </p:cNvPr>
            <p:cNvSpPr txBox="1"/>
            <p:nvPr/>
          </p:nvSpPr>
          <p:spPr>
            <a:xfrm>
              <a:off x="9497976" y="5971251"/>
              <a:ext cx="20670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tx2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Platform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B29B56B-C3E3-81F9-E96C-C43F108DF8EB}"/>
                </a:ext>
              </a:extLst>
            </p:cNvPr>
            <p:cNvSpPr txBox="1"/>
            <p:nvPr/>
          </p:nvSpPr>
          <p:spPr>
            <a:xfrm>
              <a:off x="8595757" y="5908674"/>
              <a:ext cx="101826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tx2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P8.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47CE92C-3F0F-6B5F-25B5-9F73B90AF7B7}"/>
              </a:ext>
            </a:extLst>
          </p:cNvPr>
          <p:cNvGrpSpPr/>
          <p:nvPr/>
        </p:nvGrpSpPr>
        <p:grpSpPr>
          <a:xfrm>
            <a:off x="3929921" y="1827513"/>
            <a:ext cx="3784601" cy="4368800"/>
            <a:chOff x="4201555" y="1408101"/>
            <a:chExt cx="3784601" cy="43688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19C64E-DC25-F72E-66BC-D3EFF061896D}"/>
                </a:ext>
              </a:extLst>
            </p:cNvPr>
            <p:cNvGrpSpPr/>
            <p:nvPr/>
          </p:nvGrpSpPr>
          <p:grpSpPr>
            <a:xfrm>
              <a:off x="4201555" y="1408101"/>
              <a:ext cx="3784601" cy="4368800"/>
              <a:chOff x="4200525" y="1662113"/>
              <a:chExt cx="3784601" cy="436880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01891B7-F611-C9B7-197D-964F33A72BD4}"/>
                  </a:ext>
                </a:extLst>
              </p:cNvPr>
              <p:cNvGrpSpPr/>
              <p:nvPr/>
            </p:nvGrpSpPr>
            <p:grpSpPr>
              <a:xfrm>
                <a:off x="4200525" y="1662113"/>
                <a:ext cx="3784601" cy="4368800"/>
                <a:chOff x="4200525" y="1662113"/>
                <a:chExt cx="3784601" cy="4368800"/>
              </a:xfrm>
            </p:grpSpPr>
            <p:sp>
              <p:nvSpPr>
                <p:cNvPr id="14" name="Freeform 310">
                  <a:extLst>
                    <a:ext uri="{FF2B5EF4-FFF2-40B4-BE49-F238E27FC236}">
                      <a16:creationId xmlns:a16="http://schemas.microsoft.com/office/drawing/2014/main" id="{CA434706-BB12-1336-459A-8EAE5546D7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525" y="2138363"/>
                  <a:ext cx="1069975" cy="3421063"/>
                </a:xfrm>
                <a:custGeom>
                  <a:avLst/>
                  <a:gdLst>
                    <a:gd name="T0" fmla="*/ 674 w 674"/>
                    <a:gd name="T1" fmla="*/ 0 h 2155"/>
                    <a:gd name="T2" fmla="*/ 674 w 674"/>
                    <a:gd name="T3" fmla="*/ 2155 h 2155"/>
                    <a:gd name="T4" fmla="*/ 0 w 674"/>
                    <a:gd name="T5" fmla="*/ 1766 h 2155"/>
                    <a:gd name="T6" fmla="*/ 0 w 674"/>
                    <a:gd name="T7" fmla="*/ 390 h 2155"/>
                    <a:gd name="T8" fmla="*/ 674 w 674"/>
                    <a:gd name="T9" fmla="*/ 0 h 21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4" h="2155">
                      <a:moveTo>
                        <a:pt x="674" y="0"/>
                      </a:moveTo>
                      <a:lnTo>
                        <a:pt x="674" y="2155"/>
                      </a:lnTo>
                      <a:lnTo>
                        <a:pt x="0" y="1766"/>
                      </a:lnTo>
                      <a:lnTo>
                        <a:pt x="0" y="390"/>
                      </a:lnTo>
                      <a:lnTo>
                        <a:pt x="674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Freeform 311">
                  <a:extLst>
                    <a:ext uri="{FF2B5EF4-FFF2-40B4-BE49-F238E27FC236}">
                      <a16:creationId xmlns:a16="http://schemas.microsoft.com/office/drawing/2014/main" id="{43FCA219-FCBC-DF4D-8F0C-9F81E6E08F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0525" y="1662113"/>
                  <a:ext cx="2962275" cy="2330450"/>
                </a:xfrm>
                <a:custGeom>
                  <a:avLst/>
                  <a:gdLst>
                    <a:gd name="T0" fmla="*/ 1191 w 1866"/>
                    <a:gd name="T1" fmla="*/ 0 h 1468"/>
                    <a:gd name="T2" fmla="*/ 1866 w 1866"/>
                    <a:gd name="T3" fmla="*/ 390 h 1468"/>
                    <a:gd name="T4" fmla="*/ 0 w 1866"/>
                    <a:gd name="T5" fmla="*/ 1468 h 1468"/>
                    <a:gd name="T6" fmla="*/ 0 w 1866"/>
                    <a:gd name="T7" fmla="*/ 689 h 1468"/>
                    <a:gd name="T8" fmla="*/ 1191 w 1866"/>
                    <a:gd name="T9" fmla="*/ 0 h 14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66" h="1468">
                      <a:moveTo>
                        <a:pt x="1191" y="0"/>
                      </a:moveTo>
                      <a:lnTo>
                        <a:pt x="1866" y="390"/>
                      </a:lnTo>
                      <a:lnTo>
                        <a:pt x="0" y="1468"/>
                      </a:lnTo>
                      <a:lnTo>
                        <a:pt x="0" y="689"/>
                      </a:lnTo>
                      <a:lnTo>
                        <a:pt x="119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" name="Freeform 312">
                  <a:extLst>
                    <a:ext uri="{FF2B5EF4-FFF2-40B4-BE49-F238E27FC236}">
                      <a16:creationId xmlns:a16="http://schemas.microsoft.com/office/drawing/2014/main" id="{DE0F4A32-9268-E340-DCF9-4F3480A163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1263" y="1662113"/>
                  <a:ext cx="2963863" cy="2330450"/>
                </a:xfrm>
                <a:custGeom>
                  <a:avLst/>
                  <a:gdLst>
                    <a:gd name="T0" fmla="*/ 674 w 1867"/>
                    <a:gd name="T1" fmla="*/ 0 h 1468"/>
                    <a:gd name="T2" fmla="*/ 1867 w 1867"/>
                    <a:gd name="T3" fmla="*/ 689 h 1468"/>
                    <a:gd name="T4" fmla="*/ 1867 w 1867"/>
                    <a:gd name="T5" fmla="*/ 1468 h 1468"/>
                    <a:gd name="T6" fmla="*/ 0 w 1867"/>
                    <a:gd name="T7" fmla="*/ 390 h 1468"/>
                    <a:gd name="T8" fmla="*/ 674 w 1867"/>
                    <a:gd name="T9" fmla="*/ 0 h 14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67" h="1468">
                      <a:moveTo>
                        <a:pt x="674" y="0"/>
                      </a:moveTo>
                      <a:lnTo>
                        <a:pt x="1867" y="689"/>
                      </a:lnTo>
                      <a:lnTo>
                        <a:pt x="1867" y="1468"/>
                      </a:lnTo>
                      <a:lnTo>
                        <a:pt x="0" y="390"/>
                      </a:lnTo>
                      <a:lnTo>
                        <a:pt x="67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Freeform 313">
                  <a:extLst>
                    <a:ext uri="{FF2B5EF4-FFF2-40B4-BE49-F238E27FC236}">
                      <a16:creationId xmlns:a16="http://schemas.microsoft.com/office/drawing/2014/main" id="{ACC11AE0-950C-B96B-7320-93AA5996BE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11975" y="2138363"/>
                  <a:ext cx="1073150" cy="3421063"/>
                </a:xfrm>
                <a:custGeom>
                  <a:avLst/>
                  <a:gdLst>
                    <a:gd name="T0" fmla="*/ 0 w 676"/>
                    <a:gd name="T1" fmla="*/ 0 h 2155"/>
                    <a:gd name="T2" fmla="*/ 676 w 676"/>
                    <a:gd name="T3" fmla="*/ 390 h 2155"/>
                    <a:gd name="T4" fmla="*/ 676 w 676"/>
                    <a:gd name="T5" fmla="*/ 1766 h 2155"/>
                    <a:gd name="T6" fmla="*/ 0 w 676"/>
                    <a:gd name="T7" fmla="*/ 2155 h 2155"/>
                    <a:gd name="T8" fmla="*/ 0 w 676"/>
                    <a:gd name="T9" fmla="*/ 0 h 21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6" h="2155">
                      <a:moveTo>
                        <a:pt x="0" y="0"/>
                      </a:moveTo>
                      <a:lnTo>
                        <a:pt x="676" y="390"/>
                      </a:lnTo>
                      <a:lnTo>
                        <a:pt x="676" y="1766"/>
                      </a:lnTo>
                      <a:lnTo>
                        <a:pt x="0" y="21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Freeform 314">
                  <a:extLst>
                    <a:ext uri="{FF2B5EF4-FFF2-40B4-BE49-F238E27FC236}">
                      <a16:creationId xmlns:a16="http://schemas.microsoft.com/office/drawing/2014/main" id="{58F3C391-49F6-558A-1355-21FF06E8DD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91238" y="3700463"/>
                  <a:ext cx="1893888" cy="2330450"/>
                </a:xfrm>
                <a:custGeom>
                  <a:avLst/>
                  <a:gdLst>
                    <a:gd name="T0" fmla="*/ 1193 w 1193"/>
                    <a:gd name="T1" fmla="*/ 0 h 1468"/>
                    <a:gd name="T2" fmla="*/ 1193 w 1193"/>
                    <a:gd name="T3" fmla="*/ 779 h 1468"/>
                    <a:gd name="T4" fmla="*/ 0 w 1193"/>
                    <a:gd name="T5" fmla="*/ 1468 h 1468"/>
                    <a:gd name="T6" fmla="*/ 0 w 1193"/>
                    <a:gd name="T7" fmla="*/ 689 h 1468"/>
                    <a:gd name="T8" fmla="*/ 1193 w 1193"/>
                    <a:gd name="T9" fmla="*/ 0 h 14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93" h="1468">
                      <a:moveTo>
                        <a:pt x="1193" y="0"/>
                      </a:moveTo>
                      <a:lnTo>
                        <a:pt x="1193" y="779"/>
                      </a:lnTo>
                      <a:lnTo>
                        <a:pt x="0" y="1468"/>
                      </a:lnTo>
                      <a:lnTo>
                        <a:pt x="0" y="689"/>
                      </a:lnTo>
                      <a:lnTo>
                        <a:pt x="119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" name="Freeform 315">
                  <a:extLst>
                    <a:ext uri="{FF2B5EF4-FFF2-40B4-BE49-F238E27FC236}">
                      <a16:creationId xmlns:a16="http://schemas.microsoft.com/office/drawing/2014/main" id="{C8EFB6FF-62E7-217C-65AC-57A6D27D6F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70500" y="4321175"/>
                  <a:ext cx="1892300" cy="1709738"/>
                </a:xfrm>
                <a:custGeom>
                  <a:avLst/>
                  <a:gdLst>
                    <a:gd name="T0" fmla="*/ 0 w 1192"/>
                    <a:gd name="T1" fmla="*/ 0 h 1077"/>
                    <a:gd name="T2" fmla="*/ 1192 w 1192"/>
                    <a:gd name="T3" fmla="*/ 687 h 1077"/>
                    <a:gd name="T4" fmla="*/ 517 w 1192"/>
                    <a:gd name="T5" fmla="*/ 1077 h 1077"/>
                    <a:gd name="T6" fmla="*/ 0 w 1192"/>
                    <a:gd name="T7" fmla="*/ 780 h 1077"/>
                    <a:gd name="T8" fmla="*/ 0 w 1192"/>
                    <a:gd name="T9" fmla="*/ 0 h 10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92" h="1077">
                      <a:moveTo>
                        <a:pt x="0" y="0"/>
                      </a:moveTo>
                      <a:lnTo>
                        <a:pt x="1192" y="687"/>
                      </a:lnTo>
                      <a:lnTo>
                        <a:pt x="517" y="1077"/>
                      </a:lnTo>
                      <a:lnTo>
                        <a:pt x="0" y="78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4AA7FC70-4C64-A7D4-5375-D8CB1ACC62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67520" y="2847312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ED0C502-6CFB-1C70-0A31-CB0BC33BE3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03367" y="4260388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93502C21-45CC-8B7A-E906-C00B33A0B0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64250" y="2189489"/>
                <a:ext cx="304800" cy="3048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F97D6E57-E462-159B-8F50-A7A6B3719F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15200" y="3148479"/>
                <a:ext cx="304800" cy="304800"/>
              </a:xfrm>
              <a:prstGeom prst="rect">
                <a:avLst/>
              </a:prstGeom>
            </p:spPr>
          </p:pic>
        </p:grpSp>
        <p:pic>
          <p:nvPicPr>
            <p:cNvPr id="70" name="Graphic 69">
              <a:extLst>
                <a:ext uri="{FF2B5EF4-FFF2-40B4-BE49-F238E27FC236}">
                  <a16:creationId xmlns:a16="http://schemas.microsoft.com/office/drawing/2014/main" id="{FB188093-EA46-E1FD-C77F-ADD54BCC8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77309" y="4262822"/>
              <a:ext cx="348854" cy="348854"/>
            </a:xfrm>
            <a:prstGeom prst="rect">
              <a:avLst/>
            </a:prstGeom>
          </p:spPr>
        </p:pic>
        <p:pic>
          <p:nvPicPr>
            <p:cNvPr id="72" name="Graphic 71">
              <a:extLst>
                <a:ext uri="{FF2B5EF4-FFF2-40B4-BE49-F238E27FC236}">
                  <a16:creationId xmlns:a16="http://schemas.microsoft.com/office/drawing/2014/main" id="{6D8527AB-8674-76F1-CF35-D737EABC2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66972" y="4870164"/>
              <a:ext cx="396616" cy="396616"/>
            </a:xfrm>
            <a:prstGeom prst="rect">
              <a:avLst/>
            </a:prstGeom>
          </p:spPr>
        </p:pic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FFFF3451-0F41-E449-4C0F-980C52B85A95}"/>
              </a:ext>
            </a:extLst>
          </p:cNvPr>
          <p:cNvSpPr txBox="1"/>
          <p:nvPr/>
        </p:nvSpPr>
        <p:spPr>
          <a:xfrm>
            <a:off x="5029225" y="3665330"/>
            <a:ext cx="1892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ENTERPRISE</a:t>
            </a:r>
          </a:p>
          <a:p>
            <a:r>
              <a:rPr lang="en-GB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DATA TEAMS</a:t>
            </a:r>
            <a:endParaRPr lang="en-GB" b="1" dirty="0">
              <a:solidFill>
                <a:schemeClr val="accent2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048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71</Words>
  <Application>Microsoft Macintosh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Lato Black</vt:lpstr>
      <vt:lpstr>Open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Wales</dc:creator>
  <cp:lastModifiedBy>Aaron Wales</cp:lastModifiedBy>
  <cp:revision>2</cp:revision>
  <dcterms:created xsi:type="dcterms:W3CDTF">2025-09-29T06:11:00Z</dcterms:created>
  <dcterms:modified xsi:type="dcterms:W3CDTF">2025-09-29T06:38:46Z</dcterms:modified>
</cp:coreProperties>
</file>